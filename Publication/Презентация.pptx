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8" r:id="rId4"/>
    <p:sldId id="260" r:id="rId5"/>
    <p:sldId id="264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112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F673F09-E79A-64C6-83B6-03995A570E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75DF28-8D26-6660-6892-F3C512603E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358AF-25B8-4CAA-843F-0393A0260223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CACA3A-DF24-7137-DC66-AF7F623EDE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DBAC21-217B-2D84-C2E9-44FB66F729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AEED8-1466-4256-877D-DE884FF312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717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AD094-9974-48CB-9B5C-99B77A705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Приложение «Фильмы»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6E2771-6C74-405F-8525-234C9388C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Написал </a:t>
            </a:r>
            <a:r>
              <a:rPr lang="ru-RU" b="1" i="1" dirty="0"/>
              <a:t>Демин Константин</a:t>
            </a:r>
          </a:p>
        </p:txBody>
      </p:sp>
    </p:spTree>
    <p:extLst>
      <p:ext uri="{BB962C8B-B14F-4D97-AF65-F5344CB8AC3E}">
        <p14:creationId xmlns:p14="http://schemas.microsoft.com/office/powerpoint/2010/main" val="99331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80F4E-237D-40C6-B301-2036D053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614" y="973668"/>
            <a:ext cx="6307753" cy="706964"/>
          </a:xfrm>
        </p:spPr>
        <p:txBody>
          <a:bodyPr/>
          <a:lstStyle/>
          <a:p>
            <a:r>
              <a:rPr lang="ru-RU" dirty="0"/>
              <a:t>Структура классов проекта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EDEAC0-ABF8-ED74-CC5F-07834CCA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0" y="0"/>
            <a:ext cx="3454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2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8CF92-5FC4-4BFA-A9F4-DDACD1F8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049" y="904793"/>
            <a:ext cx="6498771" cy="706964"/>
          </a:xfrm>
        </p:spPr>
        <p:txBody>
          <a:bodyPr/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7BB24-274C-4DF2-9341-1689056A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841" y="2451704"/>
            <a:ext cx="4053623" cy="3416300"/>
          </a:xfrm>
        </p:spPr>
        <p:txBody>
          <a:bodyPr/>
          <a:lstStyle/>
          <a:p>
            <a:r>
              <a:rPr lang="ru-RU" dirty="0"/>
              <a:t>На первом Идёт вход в приложение и идёт проверка в двух </a:t>
            </a:r>
            <a:r>
              <a:rPr lang="en-US" dirty="0" err="1"/>
              <a:t>edittext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Если поля были пустые то выведет ошибку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B7A62D-3574-7734-F7F6-6A6B9BCC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485"/>
            <a:ext cx="5940425" cy="34150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C32270-30B7-3191-89BC-C03541BA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2515"/>
            <a:ext cx="5940425" cy="324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1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8CF92-5FC4-4BFA-A9F4-DDACD1F8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09" y="965612"/>
            <a:ext cx="6498771" cy="706964"/>
          </a:xfrm>
        </p:spPr>
        <p:txBody>
          <a:bodyPr/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7BB24-274C-4DF2-9341-1689056A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77" y="2213356"/>
            <a:ext cx="4327289" cy="3416300"/>
          </a:xfrm>
        </p:spPr>
        <p:txBody>
          <a:bodyPr/>
          <a:lstStyle/>
          <a:p>
            <a:r>
              <a:rPr lang="ru-RU" dirty="0"/>
              <a:t>На</a:t>
            </a:r>
            <a:r>
              <a:rPr lang="en-US" dirty="0"/>
              <a:t> </a:t>
            </a:r>
            <a:r>
              <a:rPr lang="ru-RU" dirty="0"/>
              <a:t>Втором можно посмотреть карточки фильмов и выбрать разный жанр выводимых фильмов</a:t>
            </a:r>
            <a:br>
              <a:rPr lang="ru-RU" dirty="0"/>
            </a:br>
            <a:r>
              <a:rPr lang="ru-RU" dirty="0"/>
              <a:t>Так же можно написать название фильма и нажать кнопку найти и перейти на 3 экран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FD82BD-366E-ACD8-291D-D4B9AEF2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940425" cy="33756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529F8E-EF02-7EE8-98AA-DC69C7C07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4" y="3706495"/>
            <a:ext cx="5940425" cy="315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5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171E-E536-7F4D-8D77-24EC7E567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1F766-8E90-F40C-9392-782FBB1C2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09" y="965612"/>
            <a:ext cx="6498771" cy="706964"/>
          </a:xfrm>
        </p:spPr>
        <p:txBody>
          <a:bodyPr/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D985EE-98E2-8510-86FE-87ABAB5A4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77" y="2213356"/>
            <a:ext cx="4327289" cy="3416300"/>
          </a:xfrm>
        </p:spPr>
        <p:txBody>
          <a:bodyPr/>
          <a:lstStyle/>
          <a:p>
            <a:r>
              <a:rPr lang="ru-RU" dirty="0"/>
              <a:t>На</a:t>
            </a:r>
            <a:r>
              <a:rPr lang="en-US" dirty="0"/>
              <a:t> </a:t>
            </a:r>
            <a:r>
              <a:rPr lang="ru-RU" dirty="0"/>
              <a:t>третьем можно посмотреть описание фильма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5B68BA-D1CF-056C-C706-6C2AB68D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0425" cy="32340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00C728-86F2-3D66-8502-6530827A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4055"/>
            <a:ext cx="5940425" cy="329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8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781D6-2F6E-4191-A4BF-6DC0AF15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285" y="1059012"/>
            <a:ext cx="8761413" cy="706964"/>
          </a:xfrm>
        </p:spPr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6922D7-D407-42C2-AB3F-4782D2CD7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8" y="3456940"/>
            <a:ext cx="10061686" cy="3416300"/>
          </a:xfrm>
        </p:spPr>
        <p:txBody>
          <a:bodyPr/>
          <a:lstStyle/>
          <a:p>
            <a:r>
              <a:rPr lang="it-IT" dirty="0"/>
              <a:t>com.squareup.picasso:picasso:2.8</a:t>
            </a:r>
            <a:r>
              <a:rPr lang="ru-RU" dirty="0"/>
              <a:t> нужен для превращения ссылки в картинку</a:t>
            </a:r>
          </a:p>
          <a:p>
            <a:r>
              <a:rPr lang="en-US" dirty="0"/>
              <a:t>com.google.code.gson:gson:2.8.5</a:t>
            </a:r>
            <a:r>
              <a:rPr lang="ru-RU" dirty="0"/>
              <a:t> нужен для использования типа файлов </a:t>
            </a:r>
            <a:r>
              <a:rPr lang="en-US" dirty="0" err="1"/>
              <a:t>json</a:t>
            </a:r>
            <a:endParaRPr lang="en-US" dirty="0"/>
          </a:p>
          <a:p>
            <a:r>
              <a:rPr lang="fr-FR" dirty="0"/>
              <a:t>com.squareup.retrofit2:retrofit:2.9.0</a:t>
            </a:r>
            <a:endParaRPr lang="ru-RU" dirty="0"/>
          </a:p>
          <a:p>
            <a:r>
              <a:rPr lang="en-US" dirty="0"/>
              <a:t>com.squareup.okhttp3:okhttp:4.10.0</a:t>
            </a:r>
          </a:p>
          <a:p>
            <a:r>
              <a:rPr lang="en-US" dirty="0"/>
              <a:t>com.android.volley:volley:1.2.1</a:t>
            </a:r>
            <a:r>
              <a:rPr lang="ru-RU" dirty="0"/>
              <a:t>-три библиотеки нужны для работы с интернетом</a:t>
            </a:r>
          </a:p>
          <a:p>
            <a:r>
              <a:rPr lang="fr-FR" dirty="0"/>
              <a:t>com.squareup.retrofit2:converter-gson:2.9.0</a:t>
            </a:r>
            <a:r>
              <a:rPr lang="ru-RU" dirty="0"/>
              <a:t> нужен для работы с </a:t>
            </a:r>
            <a:r>
              <a:rPr lang="en-US" dirty="0" err="1"/>
              <a:t>json</a:t>
            </a:r>
            <a:endParaRPr lang="en-US" dirty="0"/>
          </a:p>
          <a:p>
            <a:r>
              <a:rPr lang="ru-RU" dirty="0"/>
              <a:t>Последние 3 библиотеки нужны для того что бы приложение работало на телевизоре</a:t>
            </a:r>
            <a:endParaRPr lang="fr-FR" dirty="0"/>
          </a:p>
          <a:p>
            <a:endParaRPr lang="ru-RU" dirty="0"/>
          </a:p>
          <a:p>
            <a:endParaRPr lang="en-US" dirty="0"/>
          </a:p>
          <a:p>
            <a:endParaRPr lang="en-US" dirty="0"/>
          </a:p>
          <a:p>
            <a:endParaRPr lang="it-IT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7C2499-FB89-43ED-AFB9-6AF7BD3D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2144" cy="334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1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0E807-C716-47E2-8DFA-2B86B1BE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Системные затраты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A999C2-B346-4951-B8D5-71478A7AA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335864"/>
            <a:ext cx="8825659" cy="2683936"/>
          </a:xfrm>
        </p:spPr>
        <p:txBody>
          <a:bodyPr/>
          <a:lstStyle/>
          <a:p>
            <a:r>
              <a:rPr lang="ru-RU" dirty="0"/>
              <a:t>Производительность 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808383-2A39-C24B-9505-70DE3945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9488"/>
            <a:ext cx="12192000" cy="17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72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8CDEF-FA23-F703-6E78-45E8BA21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777AB0-6A32-808E-456F-96E8ACB2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672" y="2603500"/>
            <a:ext cx="3425952" cy="3416300"/>
          </a:xfrm>
        </p:spPr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http3 </a:t>
            </a:r>
            <a:r>
              <a:rPr lang="ru-RU" dirty="0"/>
              <a:t>как сетевого ресурса для получения информации </a:t>
            </a:r>
            <a:r>
              <a:rPr lang="ru-RU"/>
              <a:t>о фильмах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B021C8-A545-07F2-98F5-75BF936B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8550"/>
            <a:ext cx="61817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23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{EAE0E405-6E9A-4585-8DF5-8D4AA139F0C5}TF229edf6a-8a49-49ee-a0a6-503705294748d498127c-ea44353b4d54</Template>
  <TotalTime>69</TotalTime>
  <Words>182</Words>
  <Application>Microsoft Office PowerPoint</Application>
  <PresentationFormat>Широкоэкранный</PresentationFormat>
  <Paragraphs>23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Совет директоров</vt:lpstr>
      <vt:lpstr>Приложение «Фильмы»</vt:lpstr>
      <vt:lpstr>Структура классов проекта</vt:lpstr>
      <vt:lpstr>Реализация приложения</vt:lpstr>
      <vt:lpstr>Реализация приложения</vt:lpstr>
      <vt:lpstr>Реализация приложения</vt:lpstr>
      <vt:lpstr>Используемые библиотеки</vt:lpstr>
      <vt:lpstr>Системные затраты приложения</vt:lpstr>
      <vt:lpstr>Используемые архитектурные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Расчёт стоимости квартиры</dc:title>
  <dc:creator>305-6</dc:creator>
  <cp:lastModifiedBy>HardShop</cp:lastModifiedBy>
  <cp:revision>9</cp:revision>
  <dcterms:created xsi:type="dcterms:W3CDTF">2025-12-01T06:43:18Z</dcterms:created>
  <dcterms:modified xsi:type="dcterms:W3CDTF">2025-12-07T14:17:52Z</dcterms:modified>
</cp:coreProperties>
</file>